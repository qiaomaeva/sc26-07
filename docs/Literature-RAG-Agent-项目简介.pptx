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RAG AGENT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个人文献助手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检索入库 · 混合检索 RAG · 文献问答与综述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项目简介  ·  技术栈一览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项目是什么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面向个人科研场景的文献工作台：把「找论文 → 建知识库 → 基于全文问答」串成一条链路。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81381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1A23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91440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检索与入库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933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在线搜索论文（Semantic Scholar / arXiv），导入后下载开放获取 PDF，建立全文索引。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81381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1A233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606040"/>
            <a:ext cx="91440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432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知识库管理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0449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文件夹组织论文，支持本地 PDF 上传；可按勾选论文/文件夹限定问答范围。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657600"/>
            <a:ext cx="81381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1A233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657600"/>
            <a:ext cx="91440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947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问答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0965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混合检索相关片段后生成回答；支持综述、方法对比、讲懂这篇，引用可追溯到原文 chunk。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前后端分离 · 本地向量 + 关键词混合检索 · OpenAI 兼容聊天模型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1A23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2651760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44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76272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03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79192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06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182112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渲染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685032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611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流式进度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37560" y="13716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1A2332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371600"/>
            <a:ext cx="2651760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444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66160" y="2176272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2103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566160" y="2679192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2606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元数据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66160" y="3182112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566160" y="3685032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3611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兼容 API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13716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1A2332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1371600"/>
            <a:ext cx="2651760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1444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检索与索引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0" y="2176272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2103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向量 RRF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2679192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26060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向量库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0" y="3182112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0" y="3685032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3611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全文分块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RAG Agent 项目简介</dc:title>
  <dc:subject>项目介绍与技术栈</dc:subject>
  <dc:creator>Literature RAG Agent</dc:creator>
  <cp:lastModifiedBy>Literature RAG Agent</cp:lastModifiedBy>
  <cp:revision>1</cp:revision>
  <dcterms:created xsi:type="dcterms:W3CDTF">2026-07-19T00:59:19Z</dcterms:created>
  <dcterms:modified xsi:type="dcterms:W3CDTF">2026-07-19T00:59:19Z</dcterms:modified>
</cp:coreProperties>
</file>